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ser journey" id="{c672f843-d67c-075c-92cf-7cc9de60cfa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Journey: (1) Tap the 'Can't remember the photo clearly' chip in the top bar. (2) Type what you remember, even one word. (3) Answer three guided questions at a time with one tap each; optional detail per question. (4) If the photo is not in the results, tap 'I did not find the photo' for a fresh round of different questions. (5) After repeated misses, start fresh or search by place. Evidence chips come from the user research findings: 5/6 least recalled place photos; 6/6 typed two words or fewer; 33% of successful retrievals needed heavy scrolling; 3 of 5 initial failures stayed unsuccessful. Goal metric: reduction in average query refinement rate in AI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1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OURNEY">
    <p:bg>
      <p:bgPr>
        <a:solidFill>
          <a:srgbClr val="F1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455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questions turn a vague memory into a found photo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59536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Intent Clarifier user journey: one tap per question, with a safety net when the first try fails</a:t>
            </a:r>
            <a:endParaRPr lang="en-US" sz="1400" dirty="0"/>
          </a:p>
        </p:txBody>
      </p:sp>
      <p:sp>
        <p:nvSpPr>
          <p:cNvPr id="4" name="Card 1"/>
          <p:cNvSpPr/>
          <p:nvPr/>
        </p:nvSpPr>
        <p:spPr>
          <a:xfrm>
            <a:off x="457200" y="1280160"/>
            <a:ext cx="2103120" cy="516636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Badge 1"/>
          <p:cNvSpPr/>
          <p:nvPr/>
        </p:nvSpPr>
        <p:spPr>
          <a:xfrm>
            <a:off x="621792" y="144475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ep number 1"/>
          <p:cNvSpPr txBox="1"/>
          <p:nvPr/>
        </p:nvSpPr>
        <p:spPr>
          <a:xfrm>
            <a:off x="621792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tep label 1"/>
          <p:cNvSpPr txBox="1"/>
          <p:nvPr/>
        </p:nvSpPr>
        <p:spPr>
          <a:xfrm>
            <a:off x="1005840" y="1444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DISCOVER</a:t>
            </a:r>
            <a:endParaRPr lang="en-US" sz="1100" dirty="0"/>
          </a:p>
        </p:txBody>
      </p:sp>
      <p:sp>
        <p:nvSpPr>
          <p:cNvPr id="8" name="Action 1"/>
          <p:cNvSpPr txBox="1"/>
          <p:nvPr/>
        </p:nvSpPr>
        <p:spPr>
          <a:xfrm>
            <a:off x="621792" y="1810512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Tap “Can't remember the photo clearly”</a:t>
            </a:r>
            <a:endParaRPr lang="en-US" sz="1400" dirty="0"/>
          </a:p>
        </p:txBody>
      </p:sp>
      <p:pic>
        <p:nvPicPr>
          <p:cNvPr id="9" name="Screen 1" descr="Screen for step 1: disco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118" y="2651760"/>
            <a:ext cx="1129284" cy="2377440"/>
          </a:xfrm>
          <a:prstGeom prst="rect">
            <a:avLst/>
          </a:prstGeom>
        </p:spPr>
      </p:pic>
      <p:sp>
        <p:nvSpPr>
          <p:cNvPr id="10" name="Why 1"/>
          <p:cNvSpPr txBox="1"/>
          <p:nvPr/>
        </p:nvSpPr>
        <p:spPr>
          <a:xfrm>
            <a:off x="621792" y="512064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small animated nudge in the top bar makes the entry point easy to spot.</a:t>
            </a:r>
            <a:endParaRPr lang="en-US" sz="1100" dirty="0"/>
          </a:p>
        </p:txBody>
      </p:sp>
      <p:sp>
        <p:nvSpPr>
          <p:cNvPr id="11" name="Evidence chip 1"/>
          <p:cNvSpPr/>
          <p:nvPr/>
        </p:nvSpPr>
        <p:spPr>
          <a:xfrm>
            <a:off x="621792" y="5806440"/>
            <a:ext cx="1773936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Evidence 1"/>
          <p:cNvSpPr txBox="1"/>
          <p:nvPr/>
        </p:nvSpPr>
        <p:spPr>
          <a:xfrm>
            <a:off x="694944" y="5806440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4EA6"/>
                </a:solidFill>
              </a:rPr>
              <a:t>5/6 users struggled to recall place photos</a:t>
            </a:r>
            <a:endParaRPr lang="en-US" sz="1000" dirty="0"/>
          </a:p>
        </p:txBody>
      </p:sp>
      <p:sp>
        <p:nvSpPr>
          <p:cNvPr id="13" name="Connector 1"/>
          <p:cNvSpPr/>
          <p:nvPr/>
        </p:nvSpPr>
        <p:spPr>
          <a:xfrm>
            <a:off x="2523744" y="37124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4" name="Connector arrow 1"/>
          <p:cNvSpPr txBox="1"/>
          <p:nvPr/>
        </p:nvSpPr>
        <p:spPr>
          <a:xfrm>
            <a:off x="2523744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›</a:t>
            </a:r>
            <a:endParaRPr lang="en-US" sz="1400" dirty="0"/>
          </a:p>
        </p:txBody>
      </p:sp>
      <p:sp>
        <p:nvSpPr>
          <p:cNvPr id="15" name="Card 2"/>
          <p:cNvSpPr/>
          <p:nvPr/>
        </p:nvSpPr>
        <p:spPr>
          <a:xfrm>
            <a:off x="2743200" y="1280160"/>
            <a:ext cx="2103120" cy="516636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adge 2"/>
          <p:cNvSpPr/>
          <p:nvPr/>
        </p:nvSpPr>
        <p:spPr>
          <a:xfrm>
            <a:off x="2907792" y="144475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tep number 2"/>
          <p:cNvSpPr txBox="1"/>
          <p:nvPr/>
        </p:nvSpPr>
        <p:spPr>
          <a:xfrm>
            <a:off x="2907792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Step label 2"/>
          <p:cNvSpPr txBox="1"/>
          <p:nvPr/>
        </p:nvSpPr>
        <p:spPr>
          <a:xfrm>
            <a:off x="3291840" y="1444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DESCRIBE</a:t>
            </a:r>
            <a:endParaRPr lang="en-US" sz="1100" dirty="0"/>
          </a:p>
        </p:txBody>
      </p:sp>
      <p:sp>
        <p:nvSpPr>
          <p:cNvPr id="19" name="Action 2"/>
          <p:cNvSpPr txBox="1"/>
          <p:nvPr/>
        </p:nvSpPr>
        <p:spPr>
          <a:xfrm>
            <a:off x="2907792" y="1810512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Type whatever you remember</a:t>
            </a:r>
            <a:endParaRPr lang="en-US" sz="1400" dirty="0"/>
          </a:p>
        </p:txBody>
      </p:sp>
      <p:pic>
        <p:nvPicPr>
          <p:cNvPr id="20" name="Screen 2" descr="Screen for step 2: describ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118" y="2651760"/>
            <a:ext cx="1129284" cy="2377440"/>
          </a:xfrm>
          <a:prstGeom prst="rect">
            <a:avLst/>
          </a:prstGeom>
        </p:spPr>
      </p:pic>
      <p:sp>
        <p:nvSpPr>
          <p:cNvPr id="21" name="Why 2"/>
          <p:cNvSpPr txBox="1"/>
          <p:nvPr/>
        </p:nvSpPr>
        <p:spPr>
          <a:xfrm>
            <a:off x="2907792" y="512064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One word is enough. This gives us the first intent signal.</a:t>
            </a:r>
            <a:endParaRPr lang="en-US" sz="1100" dirty="0"/>
          </a:p>
        </p:txBody>
      </p:sp>
      <p:sp>
        <p:nvSpPr>
          <p:cNvPr id="22" name="Evidence chip 2"/>
          <p:cNvSpPr/>
          <p:nvPr/>
        </p:nvSpPr>
        <p:spPr>
          <a:xfrm>
            <a:off x="2907792" y="5806440"/>
            <a:ext cx="1773936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Evidence 2"/>
          <p:cNvSpPr txBox="1"/>
          <p:nvPr/>
        </p:nvSpPr>
        <p:spPr>
          <a:xfrm>
            <a:off x="2980944" y="5806440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4EA6"/>
                </a:solidFill>
              </a:rPr>
              <a:t>6/6 users typed two words or fewer</a:t>
            </a:r>
            <a:endParaRPr lang="en-US" sz="1000" dirty="0"/>
          </a:p>
        </p:txBody>
      </p:sp>
      <p:sp>
        <p:nvSpPr>
          <p:cNvPr id="24" name="Connector 2"/>
          <p:cNvSpPr/>
          <p:nvPr/>
        </p:nvSpPr>
        <p:spPr>
          <a:xfrm>
            <a:off x="4809744" y="37124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25" name="Connector arrow 2"/>
          <p:cNvSpPr txBox="1"/>
          <p:nvPr/>
        </p:nvSpPr>
        <p:spPr>
          <a:xfrm>
            <a:off x="4809744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›</a:t>
            </a:r>
            <a:endParaRPr lang="en-US" sz="1400" dirty="0"/>
          </a:p>
        </p:txBody>
      </p:sp>
      <p:sp>
        <p:nvSpPr>
          <p:cNvPr id="26" name="Card 3"/>
          <p:cNvSpPr/>
          <p:nvPr/>
        </p:nvSpPr>
        <p:spPr>
          <a:xfrm>
            <a:off x="5029200" y="1280160"/>
            <a:ext cx="2103120" cy="516636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Badge 3"/>
          <p:cNvSpPr/>
          <p:nvPr/>
        </p:nvSpPr>
        <p:spPr>
          <a:xfrm>
            <a:off x="5193792" y="144475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Step number 3"/>
          <p:cNvSpPr txBox="1"/>
          <p:nvPr/>
        </p:nvSpPr>
        <p:spPr>
          <a:xfrm>
            <a:off x="5193792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Step label 3"/>
          <p:cNvSpPr txBox="1"/>
          <p:nvPr/>
        </p:nvSpPr>
        <p:spPr>
          <a:xfrm>
            <a:off x="5577840" y="1444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ANSWER</a:t>
            </a:r>
            <a:endParaRPr lang="en-US" sz="1100" dirty="0"/>
          </a:p>
        </p:txBody>
      </p:sp>
      <p:sp>
        <p:nvSpPr>
          <p:cNvPr id="30" name="Action 3"/>
          <p:cNvSpPr txBox="1"/>
          <p:nvPr/>
        </p:nvSpPr>
        <p:spPr>
          <a:xfrm>
            <a:off x="5193792" y="1810512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Answer guided questions with one tap</a:t>
            </a:r>
            <a:endParaRPr lang="en-US" sz="1400" dirty="0"/>
          </a:p>
        </p:txBody>
      </p:sp>
      <p:pic>
        <p:nvPicPr>
          <p:cNvPr id="31" name="Screen 3" descr="Screen for step 3: answ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118" y="2651760"/>
            <a:ext cx="1129284" cy="2377440"/>
          </a:xfrm>
          <a:prstGeom prst="rect">
            <a:avLst/>
          </a:prstGeom>
        </p:spPr>
      </p:pic>
      <p:sp>
        <p:nvSpPr>
          <p:cNvPr id="32" name="Why 3"/>
          <p:cNvSpPr txBox="1"/>
          <p:nvPr/>
        </p:nvSpPr>
        <p:spPr>
          <a:xfrm>
            <a:off x="5193792" y="512064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Three questions at a time help users dissect their memory, one tap each.</a:t>
            </a:r>
            <a:endParaRPr lang="en-US" sz="1100" dirty="0"/>
          </a:p>
        </p:txBody>
      </p:sp>
      <p:sp>
        <p:nvSpPr>
          <p:cNvPr id="33" name="Evidence chip 3"/>
          <p:cNvSpPr/>
          <p:nvPr/>
        </p:nvSpPr>
        <p:spPr>
          <a:xfrm>
            <a:off x="5193792" y="5806440"/>
            <a:ext cx="1773936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Evidence 3"/>
          <p:cNvSpPr txBox="1"/>
          <p:nvPr/>
        </p:nvSpPr>
        <p:spPr>
          <a:xfrm>
            <a:off x="5266944" y="5806440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4EA6"/>
                </a:solidFill>
              </a:rPr>
              <a:t>33% of successful retrievals needed heavy scrolling</a:t>
            </a:r>
            <a:endParaRPr lang="en-US" sz="1000" dirty="0"/>
          </a:p>
        </p:txBody>
      </p:sp>
      <p:sp>
        <p:nvSpPr>
          <p:cNvPr id="35" name="Connector 3"/>
          <p:cNvSpPr/>
          <p:nvPr/>
        </p:nvSpPr>
        <p:spPr>
          <a:xfrm>
            <a:off x="7095744" y="37124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36" name="Connector arrow 3"/>
          <p:cNvSpPr txBox="1"/>
          <p:nvPr/>
        </p:nvSpPr>
        <p:spPr>
          <a:xfrm>
            <a:off x="7095744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›</a:t>
            </a:r>
            <a:endParaRPr lang="en-US" sz="1400" dirty="0"/>
          </a:p>
        </p:txBody>
      </p:sp>
      <p:sp>
        <p:nvSpPr>
          <p:cNvPr id="37" name="Card 4"/>
          <p:cNvSpPr/>
          <p:nvPr/>
        </p:nvSpPr>
        <p:spPr>
          <a:xfrm>
            <a:off x="7315200" y="1280160"/>
            <a:ext cx="2103120" cy="516636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Badge 4"/>
          <p:cNvSpPr/>
          <p:nvPr/>
        </p:nvSpPr>
        <p:spPr>
          <a:xfrm>
            <a:off x="7479792" y="144475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Step number 4"/>
          <p:cNvSpPr txBox="1"/>
          <p:nvPr/>
        </p:nvSpPr>
        <p:spPr>
          <a:xfrm>
            <a:off x="7479792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40" name="Step label 4"/>
          <p:cNvSpPr txBox="1"/>
          <p:nvPr/>
        </p:nvSpPr>
        <p:spPr>
          <a:xfrm>
            <a:off x="7863840" y="1444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REFINE</a:t>
            </a:r>
            <a:endParaRPr lang="en-US" sz="1100" dirty="0"/>
          </a:p>
        </p:txBody>
      </p:sp>
      <p:sp>
        <p:nvSpPr>
          <p:cNvPr id="41" name="Action 4"/>
          <p:cNvSpPr txBox="1"/>
          <p:nvPr/>
        </p:nvSpPr>
        <p:spPr>
          <a:xfrm>
            <a:off x="7479792" y="1810512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Tap “I did not find the photo”</a:t>
            </a:r>
            <a:endParaRPr lang="en-US" sz="1400" dirty="0"/>
          </a:p>
        </p:txBody>
      </p:sp>
      <p:pic>
        <p:nvPicPr>
          <p:cNvPr id="42" name="Screen 4" descr="Screen for step 4: ref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2118" y="2651760"/>
            <a:ext cx="1129284" cy="2377440"/>
          </a:xfrm>
          <a:prstGeom prst="rect">
            <a:avLst/>
          </a:prstGeom>
        </p:spPr>
      </p:pic>
      <p:sp>
        <p:nvSpPr>
          <p:cNvPr id="43" name="Why 4"/>
          <p:cNvSpPr txBox="1"/>
          <p:nvPr/>
        </p:nvSpPr>
        <p:spPr>
          <a:xfrm>
            <a:off x="7479792" y="512064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new round of different questions adds data points to narrow further.</a:t>
            </a:r>
            <a:endParaRPr lang="en-US" sz="1100" dirty="0"/>
          </a:p>
        </p:txBody>
      </p:sp>
      <p:sp>
        <p:nvSpPr>
          <p:cNvPr id="44" name="Evidence chip 4"/>
          <p:cNvSpPr/>
          <p:nvPr/>
        </p:nvSpPr>
        <p:spPr>
          <a:xfrm>
            <a:off x="7479792" y="5806440"/>
            <a:ext cx="1773936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Evidence 4"/>
          <p:cNvSpPr txBox="1"/>
          <p:nvPr/>
        </p:nvSpPr>
        <p:spPr>
          <a:xfrm>
            <a:off x="7552944" y="5806440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4EA6"/>
                </a:solidFill>
              </a:rPr>
              <a:t>3 of 5 failed searches stayed unsuccessful</a:t>
            </a:r>
            <a:endParaRPr lang="en-US" sz="1000" dirty="0"/>
          </a:p>
        </p:txBody>
      </p:sp>
      <p:sp>
        <p:nvSpPr>
          <p:cNvPr id="46" name="Connector 4"/>
          <p:cNvSpPr/>
          <p:nvPr/>
        </p:nvSpPr>
        <p:spPr>
          <a:xfrm>
            <a:off x="9381744" y="37124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47" name="Connector arrow 4"/>
          <p:cNvSpPr txBox="1"/>
          <p:nvPr/>
        </p:nvSpPr>
        <p:spPr>
          <a:xfrm>
            <a:off x="9381744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›</a:t>
            </a:r>
            <a:endParaRPr lang="en-US" sz="1400" dirty="0"/>
          </a:p>
        </p:txBody>
      </p:sp>
      <p:sp>
        <p:nvSpPr>
          <p:cNvPr id="48" name="Card 5"/>
          <p:cNvSpPr/>
          <p:nvPr/>
        </p:nvSpPr>
        <p:spPr>
          <a:xfrm>
            <a:off x="9601200" y="1280160"/>
            <a:ext cx="2103120" cy="516636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9" name="Badge 5"/>
          <p:cNvSpPr/>
          <p:nvPr/>
        </p:nvSpPr>
        <p:spPr>
          <a:xfrm>
            <a:off x="9765792" y="144475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Step number 5"/>
          <p:cNvSpPr txBox="1"/>
          <p:nvPr/>
        </p:nvSpPr>
        <p:spPr>
          <a:xfrm>
            <a:off x="9765792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51" name="Step label 5"/>
          <p:cNvSpPr txBox="1"/>
          <p:nvPr/>
        </p:nvSpPr>
        <p:spPr>
          <a:xfrm>
            <a:off x="10149840" y="1444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RECOVER</a:t>
            </a:r>
            <a:endParaRPr lang="en-US" sz="1100" dirty="0"/>
          </a:p>
        </p:txBody>
      </p:sp>
      <p:sp>
        <p:nvSpPr>
          <p:cNvPr id="52" name="Action 5"/>
          <p:cNvSpPr txBox="1"/>
          <p:nvPr/>
        </p:nvSpPr>
        <p:spPr>
          <a:xfrm>
            <a:off x="9765792" y="1810512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Start fresh or search by place</a:t>
            </a:r>
            <a:endParaRPr lang="en-US" sz="1400" dirty="0"/>
          </a:p>
        </p:txBody>
      </p:sp>
      <p:pic>
        <p:nvPicPr>
          <p:cNvPr id="53" name="Screen 5" descr="Screen for step 5: recov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118" y="2651760"/>
            <a:ext cx="1129284" cy="2377440"/>
          </a:xfrm>
          <a:prstGeom prst="rect">
            <a:avLst/>
          </a:prstGeom>
        </p:spPr>
      </p:pic>
      <p:sp>
        <p:nvSpPr>
          <p:cNvPr id="54" name="Why 5"/>
          <p:cNvSpPr txBox="1"/>
          <p:nvPr/>
        </p:nvSpPr>
        <p:spPr>
          <a:xfrm>
            <a:off x="9765792" y="512064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Hand-holding continues after repeated misses, so users never hit a dead end.</a:t>
            </a:r>
            <a:endParaRPr lang="en-US" sz="1100" dirty="0"/>
          </a:p>
        </p:txBody>
      </p:sp>
      <p:sp>
        <p:nvSpPr>
          <p:cNvPr id="55" name="Evidence chip 5"/>
          <p:cNvSpPr/>
          <p:nvPr/>
        </p:nvSpPr>
        <p:spPr>
          <a:xfrm>
            <a:off x="9765792" y="5806440"/>
            <a:ext cx="1773936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6" name="Evidence 5"/>
          <p:cNvSpPr txBox="1"/>
          <p:nvPr/>
        </p:nvSpPr>
        <p:spPr>
          <a:xfrm>
            <a:off x="9838944" y="5806440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4EA6"/>
                </a:solidFill>
              </a:rPr>
              <a:t>Goal: lower average query refinement rate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nt Clarifier">
  <a:themeElements>
    <a:clrScheme name="Intent Clarifier">
      <a:dk1>
        <a:srgbClr val="202124"/>
      </a:dk1>
      <a:lt1>
        <a:srgbClr val="FFFFFF"/>
      </a:lt1>
      <a:dk2>
        <a:srgbClr val="3C4043"/>
      </a:dk2>
      <a:lt2>
        <a:srgbClr val="F1F3F8"/>
      </a:lt2>
      <a:accent1>
        <a:srgbClr val="1A73E8"/>
      </a:accent1>
      <a:accent2>
        <a:srgbClr val="E8F0FE"/>
      </a:accent2>
      <a:accent3>
        <a:srgbClr val="5F6368"/>
      </a:accent3>
      <a:accent4>
        <a:srgbClr val="34A853"/>
      </a:accent4>
      <a:accent5>
        <a:srgbClr val="FBBC04"/>
      </a:accent5>
      <a:accent6>
        <a:srgbClr val="EA4335"/>
      </a:accent6>
      <a:hlink>
        <a:srgbClr val="1A73E8"/>
      </a:hlink>
      <a:folHlink>
        <a:srgbClr val="5F6368"/>
      </a:folHlink>
    </a:clrScheme>
    <a:fontScheme name="Intent Clarifi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journey: Intent Clarifier</dc:title>
  <dc:subject>PptxGenJS Presentation</dc:subject>
  <dc:creator>PptxGenJS</dc:creator>
  <cp:lastModifiedBy>PptxGenJS</cp:lastModifiedBy>
  <cp:revision>1</cp:revision>
  <dcterms:created xsi:type="dcterms:W3CDTF">2026-10-06T10:08:04Z</dcterms:created>
  <dcterms:modified xsi:type="dcterms:W3CDTF">2026-10-06T10:08:04Z</dcterms:modified>
</cp:coreProperties>
</file>